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 360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Experiencias, aprendizajes y perspectivas de los Destinos Turísticos Inteligentes en Iberoamérica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4D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Clara Rucci  |  Ledys López  |  Alexandre Biz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Compiladores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Clara Rucci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Investigadora en Turismo Inteligente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Ledys López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e Investigadora en DTI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Alexandre Biz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en Destinos Inteligentes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Obra colaborativa que reúne investigaciones de 6 países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Análisis profundo del Modelo Iberoamericano de DTI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Sistematización de experiencias, aprendizajes y perspectivas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Reflexión sobre transformación digital y gobernanza turística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Contexto: ¿Por qué Destinos Turísticos Inteligentes?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274320" cy="228600"/>
          </a:xfrm>
          <a:prstGeom prst="rect">
            <a:avLst/>
          </a:prstGeom>
          <a:solidFill>
            <a:srgbClr val="2D50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Relevancia Económica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turismo aporta 8.8% PIB Argentina, 8.6% México, es motor de empleo masivo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74320" cy="228600"/>
          </a:xfrm>
          <a:prstGeom prst="rect">
            <a:avLst/>
          </a:prstGeom>
          <a:solidFill>
            <a:srgbClr val="2D50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de Planificación Tradicional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Desconexión entre teoría y gestión operativa, dificultad para enfrentar complejidad territorial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74320" cy="228600"/>
          </a:xfrm>
          <a:prstGeom prst="rect">
            <a:avLst/>
          </a:prstGeom>
          <a:solidFill>
            <a:srgbClr val="2D50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COVID-19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Aceleró digitalización en empresas y destinos para garantizar seguridad y competitividad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274320" cy="228600"/>
          </a:xfrm>
          <a:prstGeom prst="rect">
            <a:avLst/>
          </a:prstGeom>
          <a:solidFill>
            <a:srgbClr val="2D50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Fragmentación Institucional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9718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Discontinuidad política y fragilidad institucional amenazan sostenibilidad de proyectos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274320" cy="228600"/>
          </a:xfrm>
          <a:prstGeom prst="rect">
            <a:avLst/>
          </a:prstGeom>
          <a:solidFill>
            <a:srgbClr val="2D50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Exigencia de Sostenibilidad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35661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sostenible, inclusivo, con bienestar ciudadano más allá de lo comercial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Ejes del Modelo Iberoamericano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57200" cy="36576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1645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Acuerdos territoriales que legitiman política turística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57200" cy="36576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18288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011680"/>
            <a:ext cx="1645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Social, institucional y organizacional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57200" cy="36576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4231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606040"/>
            <a:ext cx="1645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para datos y gestión, no fin en sí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57200" cy="36576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71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30175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200400"/>
            <a:ext cx="1645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 y condición de equidad universal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457200" cy="36576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566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5840" y="36118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Sostenibilidad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794760"/>
            <a:ext cx="1645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económica, ambiental y cultural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Argentina: Normalización Técnica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🇦🇷 Rasgo Distintivo: Policentricidad y normalización técnica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Norma IRAM 42101 como estándar nacional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Córdoba: primera ciudad certificada bajo norma DTI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Ecosistema de múltiples actores (gobiernos locales, universidades, sector privado)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Implementación desigual según capacidades territoriales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Brasil: Tropicalización del Modelo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🇧🇷 Rasgo Distintivo: Adaptación del modelo a 9 ejes y escalabilidad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Liderazgo del Ministerio de Turismo, SEBRAE y ABNT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Norma NBR 17259 con ejes propios (movilidad, creatividad, seguridad)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Rede DTI Brasil con 28 municipios en implementación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Institucionalización más fuerte y estructurada de la región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Colombia: Gobernanza Regional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🇨🇴 Rasgo Distintivo: Liderazgo diferenciado según gobernanza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Medellín: 87.4% cumplimiento de indicadores DTI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Bogotá: 82.5% cumplimiento (modelo institucionalizado vs liderazgo político)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Resolución 724: marco normativo para implementación nacional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Desafío: continuidad del modelo más allá de cambios de gobierno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México: Sostenibilidad Diferencial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🇲🇽 Rasgo Distintivo: Sostenibilidad cultural como base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Tequila (Jalisco): caso de éxito internacional en DTI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Sinergia estratégica entre modelo DTI y programa Pueblos Mágicos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Patrimonio cultural e identidad como eje de transformación digital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Modelo replicable para destinos medianos de Iberoamérica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Principales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54864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existe UN solo modelo DTI en Iberoamérica, sino un mosaico de apropiaciones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 gobernanza y datos son motor de transformación (toma de decisiones basada en evidencia)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Adaptación sobre adopción: cada territorio reinterpreta según su realidad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Institucionalización política es clave para continuidad más allá de ciclos electorales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El turista y la comunidad residente deben estar en el centro de la propuesta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solidFill>
            <a:srgbClr val="D4D1C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Destinos Turísticos Inteligentes son una Nueva Forma de Planificar y Gestionar Territorios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competir globalmente sin perder identidad local. Turismo que transforma positivamente regiones y comunidades.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Iberoamericana de Destinos Turísticos Inteligentes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Clara Rucci | Ledys López | Alexandre Biz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2026-09-02T15:15:22Z</dcterms:created>
  <dcterms:modified xsi:type="dcterms:W3CDTF">2026-09-02T15:15:22Z</dcterms:modified>
</cp:coreProperties>
</file>