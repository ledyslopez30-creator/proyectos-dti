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360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Experiencias, aprendizajes y perspectivas de los Destinos Turísticos Inteligentes en Iberoamérica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esta obra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 y Autores: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 Clara Rucci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Ledys Vianey López Zapata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Alexandre Augusto Biz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obra colaborativa que reúne conocimiento y mejores prácticas de 6 países de Iberoamérica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Contexto: ¿Por qué Destinos Turísticos Inteligentes?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 la planificación tradicional en gestión territorial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aceleró la necesidad de digitalización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institucional y discontinuidad política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Exigencia global de sostenibilidad económica, ambiental y cultural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mejorar competitividad desde la innovación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Económica Regional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Argentina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México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Colombia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Empleo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7432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es un eje estratégico para la economía y generación de empleo en Iberoamérica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Destino Turístico Inteligente (DTI)?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integral de GESTIÓN TERRITORIAL, no solo una clasificación técnica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6 pilares: Gobernanza, Innovación, Tecnología, Sostenibilidad, Accesibilidad, y Ejes Adaptados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 basada en DATOS e inteligencia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público-privada y colaboración con comunidades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holística: mejora de experiencia del visitante Y calidad de vida del residente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Pilares del Modelo DTI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2560320" cy="1554480"/>
          </a:xfrm>
          <a:prstGeom prst="roundRect">
            <a:avLst/>
          </a:prstGeom>
          <a:solidFill>
            <a:srgbClr val="90E0E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colaborativo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1554480"/>
          </a:xfrm>
          <a:prstGeom prst="roundRect">
            <a:avLst/>
          </a:prstGeom>
          <a:solidFill>
            <a:srgbClr val="90E0E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creativas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554480"/>
          </a:xfrm>
          <a:prstGeom prst="roundRect">
            <a:avLst/>
          </a:prstGeom>
          <a:solidFill>
            <a:srgbClr val="90E0E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digital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2560320" cy="1554480"/>
          </a:xfrm>
          <a:prstGeom prst="roundRect">
            <a:avLst/>
          </a:prstGeom>
          <a:solidFill>
            <a:srgbClr val="7209B7"/>
          </a:solidFill>
          <a:ln w="19050">
            <a:solidFill>
              <a:srgbClr val="C725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dimensiones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926080"/>
            <a:ext cx="2560320" cy="1554480"/>
          </a:xfrm>
          <a:prstGeom prst="roundRect">
            <a:avLst/>
          </a:prstGeom>
          <a:solidFill>
            <a:srgbClr val="7209B7"/>
          </a:solidFill>
          <a:ln w="19050">
            <a:solidFill>
              <a:srgbClr val="C725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universal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2560320" cy="1554480"/>
          </a:xfrm>
          <a:prstGeom prst="roundRect">
            <a:avLst/>
          </a:prstGeom>
          <a:solidFill>
            <a:srgbClr val="7209B7"/>
          </a:solidFill>
          <a:ln w="19050">
            <a:solidFill>
              <a:srgbClr val="C725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Adaptados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Marketing...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Estudiados en Iberoamérica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 ARGENTINA – Normalización técnica y certificación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🇧🇷 BRASIL – Adaptación del modelo (9 ejes) y escalabilidad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🇨🇴 COLOMBIA – Liderazgo regional e institucionalización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🇲🇽 MÉXICO – Sostenibilidad como diferencial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🇺🇾 URUGUAY – Experiencias complementarias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🇵🇪 PERÚ – Perspectivas en construcción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ARGENTINA: Normalización Técnica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norma IRAM 42101 como estándar nacional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Córdoba fue la primera ciudad CERTIFICADA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 de metodología rigurosa para implementación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calidad y medición de estándares DTI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Tropicalización y Escalabilidad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del modelo a 9 ejes de gestión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la Rede DTI Brasil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con 28 municipios en implementación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en gobernanza colaborativa regional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COLOMBIA: Liderazgo Regional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Cumplimiento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097280"/>
            <a:ext cx="1645920" cy="1188720"/>
          </a:xfrm>
          <a:prstGeom prst="roundRect">
            <a:avLst>
              <a:gd name="adj" fmla="val 11538"/>
            </a:avLst>
          </a:prstGeom>
          <a:solidFill>
            <a:srgbClr val="90E0E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280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Bogotá Cumplimiento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Institucionalización mediante Resolución 724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liderazgo diferenciados y sostenibles en el tiempo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MÉXICO: Sostenibilidad como Diferencial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Tequila, Jalisco como caso de éxito internacional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entre modelo DTI y programa Pueblos Mágicos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en patrimonio cultural y economía circular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replicable para destinos medianos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Iberoamericana de DTI (RI-DTI)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cooperación internacional entre países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de conocimientos y buenas prácticas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entre universidades y entes gestores públicos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institucional de la región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compartida para transformación turística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1: Gobernanza y Datos como Motor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C725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toma de decisiones debe migrar hacia un enfoque BASADO EN EVIDENCIA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Gobernanza participativa (academia + sector privado + comunidad)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Inversión en infraestructura de datos y Big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Sistemas de inteligencia para decisiones informadas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Transparencia en procesos de planificación territorial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2: Adaptación sobre Adopción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C725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fórmula única. Cada destino debe adaptar metodologías internacionales a su realidad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Respetar contextos locales: brechas tecnológicas, capacidades institucionales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Brasil con 9 ejes, Argentina con norma técnica, Colombia con gobernanza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Flexibilidad en implementación = mayor sostenibilidad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Investigación y ajuste continuo según territorio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3: Institucionalización frente a Ciclos Políticos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C7258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éxito a largo plazo depende de blindar procesos mediante POLÍTICAS PÚBLICAS y MARCOS LEGALES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Bogotá (institucionalizado) vs. Medellín (liderazgo político): resultados diferentes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Necesidad de leyes y decretos que trasciendan gobiernos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Continuidad de planes de 4+ años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Constitucionalización de DTI en políticas nacionales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Clave para Otros Destinos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73152" cy="43205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digital debe mejorar EXPERIENCIA DEL VISITANTE y CALIDAD DE VIDA DEL RESIDENTE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ecosistemas colaborativos: actores público-privados-académicos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en capacitación de gestores y personal turístico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con diagnósticos de línea base (datos actuales)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y compartir aprendizajes para acelerar cambios regionales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Turísticos Inteligentes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nueva forma de planificar, gestionar e innovar territorios para competir globalmente sin perder identidad local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Turismo 360 integra experiencias, aprendizajes y perspectivas de toda Iberoamérica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Clara Rucci | Ledys López | Alexandre Biz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Iberoamericana de Destinos Turísticos Inteligentes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2026-09-02T14:45:22Z</dcterms:created>
  <dcterms:modified xsi:type="dcterms:W3CDTF">2026-09-02T14:45:22Z</dcterms:modified>
</cp:coreProperties>
</file>